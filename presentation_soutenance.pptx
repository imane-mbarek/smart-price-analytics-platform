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Figure 1: architecture technique Web / API / DB / Data Mining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Figure 2: pipeline Data Mining (prétraitement -&gt; clustering -&gt; anomalies -&gt; règles)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Figure 3: workflow utilisateur (recherche -&gt; analyse -&gt; panier -&gt; notification)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Smart Price Analytics Platform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Comparateur de prix marocain avec analyse de données et notifications.</a:t>
            </a:r>
          </a:p>
          <a:p>
            <a:pPr>
              <a:defRPr sz="1800"/>
            </a:pPr>
            <a:r>
              <a:t>Prototype intégrant scraping, backend Django, data mining et interface React.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Objectifs du projet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Comparer automatiquement les prix sur Jumia et Avito.</a:t>
            </a:r>
          </a:p>
          <a:p>
            <a:pPr>
              <a:defRPr sz="1800"/>
            </a:pPr>
            <a:r>
              <a:t>Détecter les offres anormales et proposer une aide à la décision.</a:t>
            </a:r>
          </a:p>
          <a:p>
            <a:pPr>
              <a:defRPr sz="1800"/>
            </a:pPr>
            <a:r>
              <a:t>Offrir une veille produit via panier et notifications.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 globale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Frontend React -&gt; Backend Django REST -&gt; Base SQLite.</a:t>
            </a:r>
          </a:p>
          <a:p>
            <a:pPr>
              <a:defRPr sz="1800"/>
            </a:pPr>
            <a:r>
              <a:t>Scraper interne pour récupérer les offres Jumia et Avito.</a:t>
            </a:r>
          </a:p>
          <a:p>
            <a:pPr>
              <a:defRPr sz="1800"/>
            </a:pPr>
            <a:r>
              <a:t>Service Data Mining pour analyses, clusters et anomalies.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Backend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Django + Django REST Framework pour l’API.</a:t>
            </a:r>
          </a:p>
          <a:p>
            <a:pPr>
              <a:defRPr sz="1800"/>
            </a:pPr>
            <a:r>
              <a:t>Modèles : Produit, HistoriquePrix, Panier, Notification, Recherche, SurveillancePrix.</a:t>
            </a:r>
          </a:p>
          <a:p>
            <a:pPr>
              <a:defRPr sz="1800"/>
            </a:pPr>
            <a:r>
              <a:t>Scraping parallélisé et normalisation des prix en MAD.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Fonctionnalités backend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Recherche asynchrone et suivi de progression.</a:t>
            </a:r>
          </a:p>
          <a:p>
            <a:pPr>
              <a:defRPr sz="1800"/>
            </a:pPr>
            <a:r>
              <a:t>Création de notifications pour variations de prix et stock.</a:t>
            </a:r>
          </a:p>
          <a:p>
            <a:pPr>
              <a:defRPr sz="1800"/>
            </a:pPr>
            <a:r>
              <a:t>Export CSV et PDF des résultats de recherche.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Module Data Mining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Prétraitement, normalisation et encodage des données.</a:t>
            </a:r>
          </a:p>
          <a:p>
            <a:pPr>
              <a:defRPr sz="1800"/>
            </a:pPr>
            <a:r>
              <a:t>K-Means, DBSCAN, PCA, détection d’anomalies et règles d’association.</a:t>
            </a:r>
          </a:p>
          <a:p>
            <a:pPr>
              <a:defRPr sz="1800"/>
            </a:pPr>
            <a:r>
              <a:t>Génération d’insights pour faciliter le choix produit.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Frontend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React SPA avec routes : Accueil, Historique, Panier, Notifications, Login.</a:t>
            </a:r>
          </a:p>
          <a:p>
            <a:pPr>
              <a:defRPr sz="1800"/>
            </a:pPr>
            <a:r>
              <a:t>Hooks dédiés : useSearch, useAuth, usePanier, useNotifications.</a:t>
            </a:r>
          </a:p>
          <a:p>
            <a:pPr>
              <a:defRPr sz="1800"/>
            </a:pPr>
            <a:r>
              <a:t>Interface utilisateur avec recherche, sélection multi-plateformes et visualisation.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Pages principales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Accueil : recherche, liste d’offres, export CSV/PDF.</a:t>
            </a:r>
          </a:p>
          <a:p>
            <a:pPr>
              <a:defRPr sz="1800"/>
            </a:pPr>
            <a:r>
              <a:t>Panier : suivi des offres surveillées et variation de prix.</a:t>
            </a:r>
          </a:p>
          <a:p>
            <a:pPr>
              <a:defRPr sz="1800"/>
            </a:pPr>
            <a:r>
              <a:t>Notifications : alertes de prix et disponibilité.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Scénario utilisateur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Connexion / inscription.</a:t>
            </a:r>
          </a:p>
          <a:p>
            <a:pPr>
              <a:defRPr sz="1800"/>
            </a:pPr>
            <a:r>
              <a:t>2. Recherche de produit.</a:t>
            </a:r>
          </a:p>
          <a:p>
            <a:pPr>
              <a:defRPr sz="1800"/>
            </a:pPr>
            <a:r>
              <a:t>3. Scraping des plateformes et analyse.</a:t>
            </a:r>
          </a:p>
          <a:p>
            <a:pPr>
              <a:defRPr sz="1800"/>
            </a:pPr>
            <a:r>
              <a:t>4. Ajout au panier et suivi des notifications.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Avantages et pistes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Solution modulaire : backend, data mining et frontend séparés.</a:t>
            </a:r>
          </a:p>
          <a:p>
            <a:pPr>
              <a:defRPr sz="1800"/>
            </a:pPr>
            <a:r>
              <a:t>Prototype prêt à étendre vers plus de marketplaces et données.</a:t>
            </a:r>
          </a:p>
          <a:p>
            <a:pPr>
              <a:defRPr sz="1800"/>
            </a:pPr>
            <a:r>
              <a:t>Améliorer : base de données évolutive, dashboard graphique, détection de fraude avancée.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Outil académique et opérationnel pour l’analyse des prix en ligne.</a:t>
            </a:r>
          </a:p>
          <a:p>
            <a:pPr>
              <a:defRPr sz="1800"/>
            </a:pPr>
            <a:r>
              <a:t>Il allie technique, data mining et expérience utilisateur.</a:t>
            </a:r>
          </a:p>
          <a:p>
            <a:pPr>
              <a:defRPr sz="1800"/>
            </a:pPr>
            <a:r>
              <a:t>Bonne base pour une soutenance structurée et illustrée.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